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orbs/orb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-2743200"/>
            <a:ext cx="5486400" cy="5486400"/>
          </a:xfrm>
          <a:prstGeom prst="rect">
            <a:avLst/>
          </a:prstGeom>
        </p:spPr>
      </p:pic>
      <p:pic>
        <p:nvPicPr>
          <p:cNvPr id="3" name="Image 1" descr="/home/claude/deck/orbs/orb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0" y="1828800"/>
            <a:ext cx="5029200" cy="5029200"/>
          </a:xfrm>
          <a:prstGeom prst="rect">
            <a:avLst/>
          </a:prstGeom>
        </p:spPr>
      </p:pic>
      <p:pic>
        <p:nvPicPr>
          <p:cNvPr id="4" name="Image 2" descr="/home/claude/deck/orbs/orb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00400"/>
            <a:ext cx="3200400" cy="3200400"/>
          </a:xfrm>
          <a:prstGeom prst="rect">
            <a:avLst/>
          </a:prstGeom>
        </p:spPr>
      </p:pic>
      <p:pic>
        <p:nvPicPr>
          <p:cNvPr id="5" name="Image 3" descr="/home/claude/deck/orbs/orb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-1828800"/>
            <a:ext cx="2743200" cy="27432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B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hackathon · team</a:t>
            </a:r>
            <a:endParaRPr lang="en-US" sz="1100" dirty="0"/>
          </a:p>
        </p:txBody>
      </p:sp>
      <p:sp>
        <p:nvSpPr>
          <p:cNvPr id="7" name="Text 1"/>
          <p:cNvSpPr/>
          <p:nvPr/>
        </p:nvSpPr>
        <p:spPr>
          <a:xfrm>
            <a:off x="548640" y="13716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z-index: 9999;</a:t>
            </a:r>
            <a:endParaRPr lang="en-US" sz="7200" dirty="0"/>
          </a:p>
        </p:txBody>
      </p:sp>
      <p:sp>
        <p:nvSpPr>
          <p:cNvPr id="8" name="Shape 2"/>
          <p:cNvSpPr/>
          <p:nvPr/>
        </p:nvSpPr>
        <p:spPr>
          <a:xfrm>
            <a:off x="640080" y="2834640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Text 3"/>
          <p:cNvSpPr/>
          <p:nvPr/>
        </p:nvSpPr>
        <p:spPr>
          <a:xfrm>
            <a:off x="86868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SkillsHub</a:t>
            </a:r>
            <a:endParaRPr lang="en-US" sz="2600" dirty="0"/>
          </a:p>
        </p:txBody>
      </p:sp>
      <p:sp>
        <p:nvSpPr>
          <p:cNvPr id="10" name="Text 4"/>
          <p:cNvSpPr/>
          <p:nvPr/>
        </p:nvSpPr>
        <p:spPr>
          <a:xfrm>
            <a:off x="86868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skills intelligence platform.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64008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·  May 15–16, 2026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57200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  ·  Designer + Claude Code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orbs/orb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-13716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live in spreadsheets,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profiles, and someone's head.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2286000"/>
            <a:ext cx="54864" cy="1280160"/>
          </a:xfrm>
          <a:prstGeom prst="rect">
            <a:avLst/>
          </a:prstGeom>
          <a:solidFill>
            <a:srgbClr val="5B47E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22860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"Who knows React AND has worked on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integrations?"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HR lead, every Monday morning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the answer requires: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2688336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Text 7"/>
          <p:cNvSpPr/>
          <p:nvPr/>
        </p:nvSpPr>
        <p:spPr>
          <a:xfrm>
            <a:off x="662940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10 managers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0" y="3008376"/>
            <a:ext cx="109728" cy="109728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old spreadsheets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3328416"/>
            <a:ext cx="109728" cy="109728"/>
          </a:xfrm>
          <a:prstGeom prst="ellipse">
            <a:avLst/>
          </a:prstGeom>
          <a:solidFill>
            <a:srgbClr val="3DBFAE"/>
          </a:solidFill>
          <a:ln/>
        </p:spPr>
      </p:sp>
      <p:sp>
        <p:nvSpPr>
          <p:cNvPr id="14" name="Text 11"/>
          <p:cNvSpPr/>
          <p:nvPr/>
        </p:nvSpPr>
        <p:spPr>
          <a:xfrm>
            <a:off x="66294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from memory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0" y="3648456"/>
            <a:ext cx="109728" cy="109728"/>
          </a:xfrm>
          <a:prstGeom prst="ellipse">
            <a:avLst/>
          </a:prstGeom>
          <a:solidFill>
            <a:srgbClr val="5B47E0"/>
          </a:solidFill>
          <a:ln/>
        </p:spPr>
      </p:sp>
      <p:sp>
        <p:nvSpPr>
          <p:cNvPr id="16" name="Text 13"/>
          <p:cNvSpPr/>
          <p:nvPr/>
        </p:nvSpPr>
        <p:spPr>
          <a:xfrm>
            <a:off x="66294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the right name surfaces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z-index: 9999;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008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orbs/orb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1600" y="-9144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APPROACH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the question.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just match keywords.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80060" y="246888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80060" y="2468880"/>
            <a:ext cx="2606040" cy="73152"/>
          </a:xfrm>
          <a:prstGeom prst="rect">
            <a:avLst/>
          </a:prstGeom>
          <a:solidFill>
            <a:srgbClr val="5B47E0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4380" y="3154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ingestion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54380" y="36118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resume. Gemini extracts skills, proficiency, projects — into a clean review queue.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68980" y="246888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68980" y="2468880"/>
            <a:ext cx="2606040" cy="7315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2" name="Text 9"/>
          <p:cNvSpPr/>
          <p:nvPr/>
        </p:nvSpPr>
        <p:spPr>
          <a:xfrm>
            <a:off x="354330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543300" y="3154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search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43300" y="36118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types real questions. Results rank by meaning, not keywords. With match scores.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57900" y="246888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57900" y="2468880"/>
            <a:ext cx="2606040" cy="73152"/>
          </a:xfrm>
          <a:prstGeom prst="rect">
            <a:avLst/>
          </a:prstGeom>
          <a:solidFill>
            <a:srgbClr val="3DBFAE"/>
          </a:solidFill>
          <a:ln/>
        </p:spPr>
      </p:sp>
      <p:sp>
        <p:nvSpPr>
          <p:cNvPr id="17" name="Text 14"/>
          <p:cNvSpPr/>
          <p:nvPr/>
        </p:nvSpPr>
        <p:spPr>
          <a:xfrm>
            <a:off x="633222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B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332220" y="3154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results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32220" y="36118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 comes with a plain-English reason. "Why this person?" — answered.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z-index: 9999;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008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orbs/orb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-91440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WHAT WE BUILT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SkillsHub.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4754880" cy="2743200"/>
          </a:xfrm>
          <a:prstGeom prst="rect">
            <a:avLst/>
          </a:prstGeom>
          <a:solidFill>
            <a:srgbClr val="F0F0F5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201168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01168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201168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hero screenshot — replace Saturday ]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77840" y="1965960"/>
            <a:ext cx="164592" cy="164592"/>
          </a:xfrm>
          <a:prstGeom prst="rect">
            <a:avLst/>
          </a:prstGeom>
          <a:solidFill>
            <a:srgbClr val="5B47E0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role-based access (HR / Employee)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577840" y="2423160"/>
            <a:ext cx="164592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→ Gemini extraction → review queue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577840" y="2880360"/>
            <a:ext cx="164592" cy="164592"/>
          </a:xfrm>
          <a:prstGeom prst="rect">
            <a:avLst/>
          </a:prstGeom>
          <a:solidFill>
            <a:srgbClr val="3DBFAE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taxonomy with proficiency &amp; years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577840" y="3337560"/>
            <a:ext cx="164592" cy="16459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with match scores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577840" y="3794760"/>
            <a:ext cx="164592" cy="164592"/>
          </a:xfrm>
          <a:prstGeom prst="rect">
            <a:avLst/>
          </a:prstGeom>
          <a:solidFill>
            <a:srgbClr val="5B47E0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reasoning on every result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577840" y="4251960"/>
            <a:ext cx="164592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21" name="Text 18"/>
          <p:cNvSpPr/>
          <p:nvPr/>
        </p:nvSpPr>
        <p:spPr>
          <a:xfrm>
            <a:off x="585216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directory &amp; profile view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z-index: 9999;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08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orbs/orb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1600" y="-73152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ARCHITECTURE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Boring stack. Sharp prompts.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219456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2194560"/>
            <a:ext cx="54864" cy="1645920"/>
          </a:xfrm>
          <a:prstGeom prst="rect">
            <a:avLst/>
          </a:prstGeom>
          <a:solidFill>
            <a:srgbClr val="5B47E0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Tailwind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90672" y="2907792"/>
            <a:ext cx="265176" cy="219456"/>
          </a:xfrm>
          <a:prstGeom prst="rightArrow">
            <a:avLst/>
          </a:prstGeom>
          <a:solidFill>
            <a:srgbClr val="5B5B6E"/>
          </a:solidFill>
          <a:ln/>
        </p:spPr>
      </p:sp>
      <p:sp>
        <p:nvSpPr>
          <p:cNvPr id="10" name="Shape 7"/>
          <p:cNvSpPr/>
          <p:nvPr/>
        </p:nvSpPr>
        <p:spPr>
          <a:xfrm>
            <a:off x="3429000" y="219456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0" y="2194560"/>
            <a:ext cx="54864" cy="164592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layer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57600" y="3017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routes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88152" y="2907792"/>
            <a:ext cx="265176" cy="219456"/>
          </a:xfrm>
          <a:prstGeom prst="rightArrow">
            <a:avLst/>
          </a:prstGeom>
          <a:solidFill>
            <a:srgbClr val="5B5B6E"/>
          </a:solidFill>
          <a:ln/>
        </p:spPr>
      </p:sp>
      <p:sp>
        <p:nvSpPr>
          <p:cNvPr id="15" name="Shape 12"/>
          <p:cNvSpPr/>
          <p:nvPr/>
        </p:nvSpPr>
        <p:spPr>
          <a:xfrm>
            <a:off x="6126480" y="219456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0" y="2194560"/>
            <a:ext cx="54864" cy="1645920"/>
          </a:xfrm>
          <a:prstGeom prst="rect">
            <a:avLst/>
          </a:prstGeom>
          <a:solidFill>
            <a:srgbClr val="3DBFAE"/>
          </a:solidFill>
          <a:ln/>
        </p:spPr>
      </p:sp>
      <p:sp>
        <p:nvSpPr>
          <p:cNvPr id="17" name="Text 14"/>
          <p:cNvSpPr/>
          <p:nvPr/>
        </p:nvSpPr>
        <p:spPr>
          <a:xfrm>
            <a:off x="635508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55080" y="3017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(extract + reason)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29768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EF0F7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297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709928" y="429768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EF0F7"/>
          </a:solidFill>
          <a:ln/>
        </p:spPr>
      </p:sp>
      <p:sp>
        <p:nvSpPr>
          <p:cNvPr id="22" name="Text 19"/>
          <p:cNvSpPr/>
          <p:nvPr/>
        </p:nvSpPr>
        <p:spPr>
          <a:xfrm>
            <a:off x="1709928" y="4297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962656" y="4297680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EEF0F7"/>
          </a:solidFill>
          <a:ln/>
        </p:spPr>
      </p:sp>
      <p:sp>
        <p:nvSpPr>
          <p:cNvPr id="24" name="Text 21"/>
          <p:cNvSpPr/>
          <p:nvPr/>
        </p:nvSpPr>
        <p:spPr>
          <a:xfrm>
            <a:off x="2962656" y="4297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059936" y="4297680"/>
            <a:ext cx="1065276" cy="274320"/>
          </a:xfrm>
          <a:prstGeom prst="roundRect">
            <a:avLst>
              <a:gd name="adj" fmla="val 50000"/>
            </a:avLst>
          </a:prstGeom>
          <a:solidFill>
            <a:srgbClr val="EEF0F7"/>
          </a:solidFill>
          <a:ln/>
        </p:spPr>
      </p:sp>
      <p:sp>
        <p:nvSpPr>
          <p:cNvPr id="26" name="Text 23"/>
          <p:cNvSpPr/>
          <p:nvPr/>
        </p:nvSpPr>
        <p:spPr>
          <a:xfrm>
            <a:off x="4059936" y="4297680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234940" y="429768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EF0F7"/>
          </a:solidFill>
          <a:ln/>
        </p:spPr>
      </p:sp>
      <p:sp>
        <p:nvSpPr>
          <p:cNvPr id="28" name="Text 25"/>
          <p:cNvSpPr/>
          <p:nvPr/>
        </p:nvSpPr>
        <p:spPr>
          <a:xfrm>
            <a:off x="5234940" y="4297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87668" y="4297680"/>
            <a:ext cx="832104" cy="274320"/>
          </a:xfrm>
          <a:prstGeom prst="roundRect">
            <a:avLst>
              <a:gd name="adj" fmla="val 50000"/>
            </a:avLst>
          </a:prstGeom>
          <a:solidFill>
            <a:srgbClr val="EEF0F7"/>
          </a:solidFill>
          <a:ln/>
        </p:spPr>
      </p:sp>
      <p:sp>
        <p:nvSpPr>
          <p:cNvPr id="30" name="Text 27"/>
          <p:cNvSpPr/>
          <p:nvPr/>
        </p:nvSpPr>
        <p:spPr>
          <a:xfrm>
            <a:off x="6487668" y="429768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429500" y="4297680"/>
            <a:ext cx="1220724" cy="274320"/>
          </a:xfrm>
          <a:prstGeom prst="roundRect">
            <a:avLst>
              <a:gd name="adj" fmla="val 50000"/>
            </a:avLst>
          </a:prstGeom>
          <a:solidFill>
            <a:srgbClr val="EEF0F7"/>
          </a:solidFill>
          <a:ln/>
        </p:spPr>
      </p:sp>
      <p:sp>
        <p:nvSpPr>
          <p:cNvPr id="32" name="Text 29"/>
          <p:cNvSpPr/>
          <p:nvPr/>
        </p:nvSpPr>
        <p:spPr>
          <a:xfrm>
            <a:off x="7429500" y="4297680"/>
            <a:ext cx="122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z-index: 9999;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4008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orbs/orb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-109728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HONESTY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worked. What didn't.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92024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920240"/>
            <a:ext cx="3931920" cy="411480"/>
          </a:xfrm>
          <a:prstGeom prst="rect">
            <a:avLst/>
          </a:prstGeom>
          <a:solidFill>
            <a:srgbClr val="3DBFA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920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 Worked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514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 win — e.g., resume extraction nailed it first prompt ]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31546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 win — e.g., search reasoning surprisingly good 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5800" y="3794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 win — e.g., design system saved hours ]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92024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920240"/>
            <a:ext cx="3931920" cy="41148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920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  Didn't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83480" y="2514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 learning — e.g., embeddings were overkill 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983480" y="31546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 learning — e.g., role-based auth took longer than expected ]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983480" y="3794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 learning — e.g., bulk upload deferred to next ]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z-index: 9999;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008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orbs/orb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286000" y="-1828800"/>
            <a:ext cx="5029200" cy="5029200"/>
          </a:xfrm>
          <a:prstGeom prst="rect">
            <a:avLst/>
          </a:prstGeom>
        </p:spPr>
      </p:pic>
      <p:pic>
        <p:nvPicPr>
          <p:cNvPr id="3" name="Image 1" descr="/home/claude/deck/orbs/orb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486400" cy="5486400"/>
          </a:xfrm>
          <a:prstGeom prst="rect">
            <a:avLst/>
          </a:prstGeom>
        </p:spPr>
      </p:pic>
      <p:pic>
        <p:nvPicPr>
          <p:cNvPr id="4" name="Image 2" descr="/home/claude/deck/orbs/orb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-2286000"/>
            <a:ext cx="3200400" cy="32004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what's next</a:t>
            </a:r>
            <a:endParaRPr lang="en-US" sz="1100" dirty="0"/>
          </a:p>
        </p:txBody>
      </p:sp>
      <p:sp>
        <p:nvSpPr>
          <p:cNvPr id="6" name="Text 1"/>
          <p:cNvSpPr/>
          <p:nvPr/>
        </p:nvSpPr>
        <p:spPr>
          <a:xfrm>
            <a:off x="640080" y="8686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SkillsHub goes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here.</a:t>
            </a:r>
            <a:endParaRPr lang="en-US" sz="4000" dirty="0"/>
          </a:p>
        </p:txBody>
      </p:sp>
      <p:sp>
        <p:nvSpPr>
          <p:cNvPr id="7" name="Shape 2"/>
          <p:cNvSpPr/>
          <p:nvPr/>
        </p:nvSpPr>
        <p:spPr>
          <a:xfrm>
            <a:off x="685800" y="2578608"/>
            <a:ext cx="128016" cy="128016"/>
          </a:xfrm>
          <a:prstGeom prst="ellipse">
            <a:avLst/>
          </a:prstGeom>
          <a:solidFill>
            <a:srgbClr val="5B47E0"/>
          </a:solidFill>
          <a:ln/>
        </p:spPr>
      </p:sp>
      <p:sp>
        <p:nvSpPr>
          <p:cNvPr id="8" name="Text 3"/>
          <p:cNvSpPr/>
          <p:nvPr/>
        </p:nvSpPr>
        <p:spPr>
          <a:xfrm>
            <a:off x="960120" y="2468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inference engine — Next.js → infer React automatically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685800" y="2990088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Text 5"/>
          <p:cNvSpPr/>
          <p:nvPr/>
        </p:nvSpPr>
        <p:spPr>
          <a:xfrm>
            <a:off x="96012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builder mode — describe a project, get a proposed team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685800" y="3401568"/>
            <a:ext cx="128016" cy="128016"/>
          </a:xfrm>
          <a:prstGeom prst="ellipse">
            <a:avLst/>
          </a:prstGeom>
          <a:solidFill>
            <a:srgbClr val="3DBFAE"/>
          </a:solidFill>
          <a:ln/>
        </p:spPr>
      </p:sp>
      <p:sp>
        <p:nvSpPr>
          <p:cNvPr id="12" name="Text 7"/>
          <p:cNvSpPr/>
          <p:nvPr/>
        </p:nvSpPr>
        <p:spPr>
          <a:xfrm>
            <a:off x="96012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 — infer skills from real commits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4023360"/>
            <a:ext cx="8229600" cy="36576"/>
          </a:xfrm>
          <a:prstGeom prst="rect">
            <a:avLst/>
          </a:prstGeom>
          <a:solidFill>
            <a:srgbClr val="5B47E0">
              <a:alpha val="5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›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69164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vercel-url-here ].vercel.app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008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 ›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691640" y="4526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github.com/[your-handle]/skillshub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943600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z-index: 9999;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SkillsHub – z-index: 9999;</dc:title>
  <dc:subject>PptxGenJS Presentation</dc:subject>
  <dc:creator>z-index: 9999;</dc:creator>
  <cp:lastModifiedBy>z-index: 9999;</cp:lastModifiedBy>
  <cp:revision>1</cp:revision>
  <dcterms:created xsi:type="dcterms:W3CDTF">2026-05-15T09:12:10Z</dcterms:created>
  <dcterms:modified xsi:type="dcterms:W3CDTF">2026-05-15T09:12:10Z</dcterms:modified>
</cp:coreProperties>
</file>